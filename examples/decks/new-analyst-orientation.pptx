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deck for day one. Everything here also lives in Atlas — this deck is the guided tour, Atlas is the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Emphasize: if a document is not in Atlas or linked from it, treat it as not existing. No shared-drive archaeology.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NPI point is non-negotiable — completing NPI training precedes any data access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 that lands well: theory, procedure, and smoke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here are the CRE PD defaults; each model's plan is authoritative. The two-ambers rule came out of the 2024 assumption drift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vendor data gap story here: an analyst hand-corrected two scores and erased the strongest signal of a systemic data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with: misrouted questions are cheap, unasked ones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Analyst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Analytics job family</a:t>
            </a:r>
          </a:p>
          <a:p>
            <a:r>
              <a:t>Your first week, mapped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everything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Atlas is the front door</a:t>
            </a:r>
          </a:p>
          <a:p>
            <a:r>
              <a:t>Channels: Onboarding, Models, Compliance, Lessons, Tooling</a:t>
            </a:r>
          </a:p>
          <a:p>
            <a:r>
              <a:t>One space per model: whitepaper + user guide + monitoring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first-week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the Welcome and First 90 days pages</a:t>
            </a:r>
          </a:p>
          <a:p>
            <a:r>
              <a:t>Skim the glossary</a:t>
            </a:r>
          </a:p>
          <a:p>
            <a:r>
              <a:t>NPI policy BEFORE touching any extract</a:t>
            </a:r>
          </a:p>
          <a:p>
            <a:r>
              <a:t>Open one model space end to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documents of every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Whitepaper: why it works — methodology, assumptions, limitations</a:t>
            </a:r>
          </a:p>
          <a:p>
            <a:r>
              <a:t>User guide: how to run it — inputs, steps, checks</a:t>
            </a:r>
          </a:p>
          <a:p>
            <a:r>
              <a:t>Monitoring plan: how we know it still works — metrics, thresholds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in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Green / Amber / Red per metric</a:t>
            </a:r>
          </a:p>
          <a:p>
            <a:r>
              <a:t>Amber: document within 10 business days</a:t>
            </a:r>
          </a:p>
          <a:p>
            <a:r>
              <a:t>Red: same-day notification, remediation plan in 30 days</a:t>
            </a:r>
          </a:p>
          <a:p>
            <a:r>
              <a:t>Two consecutive ambers = 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things look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Never fix silently</a:t>
            </a:r>
          </a:p>
          <a:p>
            <a:r>
              <a:t>Raise to the model owner and log it</a:t>
            </a:r>
          </a:p>
          <a:p>
            <a:r>
              <a:t>The wrongness is evidence — do not erase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to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Methodology → model owner</a:t>
            </a:r>
          </a:p>
          <a:p>
            <a:r>
              <a:t>Data and NPI → data steward</a:t>
            </a:r>
          </a:p>
          <a:p>
            <a:r>
              <a:t>Everything else → team channel, tag the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